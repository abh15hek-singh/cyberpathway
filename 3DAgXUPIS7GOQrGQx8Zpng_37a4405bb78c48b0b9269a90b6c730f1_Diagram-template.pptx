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w="28575" cap="flat" cmpd="sng">
              <a:solidFill>
                <a:srgbClr val="A1C3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b="1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2" y="1149752"/>
            <a:ext cx="2805637" cy="135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graphical user interface(GUI) and CLI(via </a:t>
            </a:r>
            <a:r>
              <a:rPr lang="en-IN" sz="11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tshark</a:t>
            </a:r>
            <a:r>
              <a:rPr lang="en-IN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Extensive protocol support with detailed analysis and decryption capabilities.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Higher resource usage due to GUI.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40200" y="1836375"/>
            <a:ext cx="1070100" cy="248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I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protocol </a:t>
            </a:r>
            <a:r>
              <a:rPr lang="en-IN" sz="1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analyzers</a:t>
            </a:r>
            <a:r>
              <a:rPr lang="en-I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I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Open-source and available for free.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IN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Filter for a specific protocol.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endParaRPr lang="en-IN"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135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 a command line interface(CLI).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Supports a wide range of protocols but with less detailed analysis.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Minimal resource usage.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On-screen Show (16:9)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Google Sans</vt:lpstr>
      <vt:lpstr>Roboto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singh</cp:lastModifiedBy>
  <cp:revision>1</cp:revision>
  <dcterms:modified xsi:type="dcterms:W3CDTF">2025-01-27T20:33:21Z</dcterms:modified>
</cp:coreProperties>
</file>